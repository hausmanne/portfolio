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3" d="100"/>
          <a:sy n="113" d="100"/>
        </p:scale>
        <p:origin x="31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2B6995-8CBE-4BC4-91CA-D3DCD255620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H"/>
          </a:p>
        </p:txBody>
      </p:sp>
      <p:sp>
        <p:nvSpPr>
          <p:cNvPr id="3" name="Sous-titre 2">
            <a:extLst>
              <a:ext uri="{FF2B5EF4-FFF2-40B4-BE49-F238E27FC236}">
                <a16:creationId xmlns:a16="http://schemas.microsoft.com/office/drawing/2014/main" id="{4B0651D8-8287-4B6C-BB10-44CCFC69F9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H"/>
          </a:p>
        </p:txBody>
      </p:sp>
      <p:sp>
        <p:nvSpPr>
          <p:cNvPr id="4" name="Espace réservé de la date 3">
            <a:extLst>
              <a:ext uri="{FF2B5EF4-FFF2-40B4-BE49-F238E27FC236}">
                <a16:creationId xmlns:a16="http://schemas.microsoft.com/office/drawing/2014/main" id="{F41DA835-2459-4042-8F6F-ABA79C0FFDFA}"/>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5" name="Espace réservé du pied de page 4">
            <a:extLst>
              <a:ext uri="{FF2B5EF4-FFF2-40B4-BE49-F238E27FC236}">
                <a16:creationId xmlns:a16="http://schemas.microsoft.com/office/drawing/2014/main" id="{E7C1A1B4-9ABF-4A97-9F79-EECA07F5B452}"/>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CA051586-A2B3-44D7-A0A5-28C8BBA63E07}"/>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2412153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BE30C2-D9E9-4584-B19B-7EAFC5D194FD}"/>
              </a:ext>
            </a:extLst>
          </p:cNvPr>
          <p:cNvSpPr>
            <a:spLocks noGrp="1"/>
          </p:cNvSpPr>
          <p:nvPr>
            <p:ph type="title"/>
          </p:nvPr>
        </p:nvSpPr>
        <p:spPr/>
        <p:txBody>
          <a:bodyPr/>
          <a:lstStyle/>
          <a:p>
            <a:r>
              <a:rPr lang="fr-FR"/>
              <a:t>Modifiez le style du titre</a:t>
            </a:r>
            <a:endParaRPr lang="fr-CH"/>
          </a:p>
        </p:txBody>
      </p:sp>
      <p:sp>
        <p:nvSpPr>
          <p:cNvPr id="3" name="Espace réservé du contenu 2">
            <a:extLst>
              <a:ext uri="{FF2B5EF4-FFF2-40B4-BE49-F238E27FC236}">
                <a16:creationId xmlns:a16="http://schemas.microsoft.com/office/drawing/2014/main" id="{EFA44A56-E764-4852-A65C-26E2DB02E1C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a:extLst>
              <a:ext uri="{FF2B5EF4-FFF2-40B4-BE49-F238E27FC236}">
                <a16:creationId xmlns:a16="http://schemas.microsoft.com/office/drawing/2014/main" id="{61C57427-0FB0-46F3-9476-F55028AEF656}"/>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5" name="Espace réservé du pied de page 4">
            <a:extLst>
              <a:ext uri="{FF2B5EF4-FFF2-40B4-BE49-F238E27FC236}">
                <a16:creationId xmlns:a16="http://schemas.microsoft.com/office/drawing/2014/main" id="{9EFAFCB3-99DE-4D4E-84B0-915DDDD60BB8}"/>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1A155BEC-2CDD-4B05-9F85-D59FFB781E20}"/>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3909051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E31E95-0804-434D-8284-4E57485674E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H"/>
          </a:p>
        </p:txBody>
      </p:sp>
      <p:sp>
        <p:nvSpPr>
          <p:cNvPr id="3" name="Espace réservé du texte 2">
            <a:extLst>
              <a:ext uri="{FF2B5EF4-FFF2-40B4-BE49-F238E27FC236}">
                <a16:creationId xmlns:a16="http://schemas.microsoft.com/office/drawing/2014/main" id="{3D0297F0-98B9-42A4-BA70-6278F75AAA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B8D1D99-482C-4871-A78E-F471D3C913F2}"/>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5" name="Espace réservé du pied de page 4">
            <a:extLst>
              <a:ext uri="{FF2B5EF4-FFF2-40B4-BE49-F238E27FC236}">
                <a16:creationId xmlns:a16="http://schemas.microsoft.com/office/drawing/2014/main" id="{4632DAA5-1727-4FD5-8C5D-7A4A652C6AF9}"/>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C92DAA64-2E0B-431C-A38B-33CAFE34DB38}"/>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3274397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2D9C27-5969-402B-8C07-094722DBCCB0}"/>
              </a:ext>
            </a:extLst>
          </p:cNvPr>
          <p:cNvSpPr>
            <a:spLocks noGrp="1"/>
          </p:cNvSpPr>
          <p:nvPr>
            <p:ph type="title"/>
          </p:nvPr>
        </p:nvSpPr>
        <p:spPr/>
        <p:txBody>
          <a:bodyPr/>
          <a:lstStyle/>
          <a:p>
            <a:r>
              <a:rPr lang="fr-FR"/>
              <a:t>Modifiez le style du titre</a:t>
            </a:r>
            <a:endParaRPr lang="fr-CH"/>
          </a:p>
        </p:txBody>
      </p:sp>
      <p:sp>
        <p:nvSpPr>
          <p:cNvPr id="3" name="Espace réservé du contenu 2">
            <a:extLst>
              <a:ext uri="{FF2B5EF4-FFF2-40B4-BE49-F238E27FC236}">
                <a16:creationId xmlns:a16="http://schemas.microsoft.com/office/drawing/2014/main" id="{137DDA08-AAB6-4FB7-B329-8646C71979B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u contenu 3">
            <a:extLst>
              <a:ext uri="{FF2B5EF4-FFF2-40B4-BE49-F238E27FC236}">
                <a16:creationId xmlns:a16="http://schemas.microsoft.com/office/drawing/2014/main" id="{5E1E4CA5-C243-48F6-A83A-B843FCE7CD7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5" name="Espace réservé de la date 4">
            <a:extLst>
              <a:ext uri="{FF2B5EF4-FFF2-40B4-BE49-F238E27FC236}">
                <a16:creationId xmlns:a16="http://schemas.microsoft.com/office/drawing/2014/main" id="{33B8F6DC-0B08-4B72-8404-9377A7FD55DC}"/>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6" name="Espace réservé du pied de page 5">
            <a:extLst>
              <a:ext uri="{FF2B5EF4-FFF2-40B4-BE49-F238E27FC236}">
                <a16:creationId xmlns:a16="http://schemas.microsoft.com/office/drawing/2014/main" id="{9DEAF0AE-2C84-4BCC-9FEB-B584F30E4EE0}"/>
              </a:ext>
            </a:extLst>
          </p:cNvPr>
          <p:cNvSpPr>
            <a:spLocks noGrp="1"/>
          </p:cNvSpPr>
          <p:nvPr>
            <p:ph type="ftr" sz="quarter" idx="11"/>
          </p:nvPr>
        </p:nvSpPr>
        <p:spPr/>
        <p:txBody>
          <a:bodyPr/>
          <a:lstStyle/>
          <a:p>
            <a:endParaRPr lang="fr-CH"/>
          </a:p>
        </p:txBody>
      </p:sp>
      <p:sp>
        <p:nvSpPr>
          <p:cNvPr id="7" name="Espace réservé du numéro de diapositive 6">
            <a:extLst>
              <a:ext uri="{FF2B5EF4-FFF2-40B4-BE49-F238E27FC236}">
                <a16:creationId xmlns:a16="http://schemas.microsoft.com/office/drawing/2014/main" id="{2BCB0000-474F-4EFE-9046-53949088E344}"/>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1443470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459007-B424-471D-8695-96A372D060D7}"/>
              </a:ext>
            </a:extLst>
          </p:cNvPr>
          <p:cNvSpPr>
            <a:spLocks noGrp="1"/>
          </p:cNvSpPr>
          <p:nvPr>
            <p:ph type="title"/>
          </p:nvPr>
        </p:nvSpPr>
        <p:spPr>
          <a:xfrm>
            <a:off x="839788" y="365125"/>
            <a:ext cx="10515600" cy="1325563"/>
          </a:xfrm>
        </p:spPr>
        <p:txBody>
          <a:bodyPr/>
          <a:lstStyle/>
          <a:p>
            <a:r>
              <a:rPr lang="fr-FR"/>
              <a:t>Modifiez le style du titre</a:t>
            </a:r>
            <a:endParaRPr lang="fr-CH"/>
          </a:p>
        </p:txBody>
      </p:sp>
      <p:sp>
        <p:nvSpPr>
          <p:cNvPr id="3" name="Espace réservé du texte 2">
            <a:extLst>
              <a:ext uri="{FF2B5EF4-FFF2-40B4-BE49-F238E27FC236}">
                <a16:creationId xmlns:a16="http://schemas.microsoft.com/office/drawing/2014/main" id="{E8D41159-C814-43E7-9BDB-223F60674E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9EC87AE-3E06-4C21-8BEF-40917B44556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5" name="Espace réservé du texte 4">
            <a:extLst>
              <a:ext uri="{FF2B5EF4-FFF2-40B4-BE49-F238E27FC236}">
                <a16:creationId xmlns:a16="http://schemas.microsoft.com/office/drawing/2014/main" id="{F7C093C6-C76C-43CF-9EBF-BF732C94A4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0F8FBC1-36FB-4C91-AA0B-DEB56D3B575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7" name="Espace réservé de la date 6">
            <a:extLst>
              <a:ext uri="{FF2B5EF4-FFF2-40B4-BE49-F238E27FC236}">
                <a16:creationId xmlns:a16="http://schemas.microsoft.com/office/drawing/2014/main" id="{D976F37B-B430-4667-BD13-0F8655D45F33}"/>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8" name="Espace réservé du pied de page 7">
            <a:extLst>
              <a:ext uri="{FF2B5EF4-FFF2-40B4-BE49-F238E27FC236}">
                <a16:creationId xmlns:a16="http://schemas.microsoft.com/office/drawing/2014/main" id="{61AAE623-F94A-4AE0-80F1-AB31C7939EF5}"/>
              </a:ext>
            </a:extLst>
          </p:cNvPr>
          <p:cNvSpPr>
            <a:spLocks noGrp="1"/>
          </p:cNvSpPr>
          <p:nvPr>
            <p:ph type="ftr" sz="quarter" idx="11"/>
          </p:nvPr>
        </p:nvSpPr>
        <p:spPr/>
        <p:txBody>
          <a:bodyPr/>
          <a:lstStyle/>
          <a:p>
            <a:endParaRPr lang="fr-CH"/>
          </a:p>
        </p:txBody>
      </p:sp>
      <p:sp>
        <p:nvSpPr>
          <p:cNvPr id="9" name="Espace réservé du numéro de diapositive 8">
            <a:extLst>
              <a:ext uri="{FF2B5EF4-FFF2-40B4-BE49-F238E27FC236}">
                <a16:creationId xmlns:a16="http://schemas.microsoft.com/office/drawing/2014/main" id="{35109C18-4DC9-41F7-8C78-6BE735F2ADF2}"/>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3521589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4F9DF3-852B-4852-97F3-59FF66112DAC}"/>
              </a:ext>
            </a:extLst>
          </p:cNvPr>
          <p:cNvSpPr>
            <a:spLocks noGrp="1"/>
          </p:cNvSpPr>
          <p:nvPr>
            <p:ph type="title"/>
          </p:nvPr>
        </p:nvSpPr>
        <p:spPr/>
        <p:txBody>
          <a:bodyPr/>
          <a:lstStyle/>
          <a:p>
            <a:r>
              <a:rPr lang="fr-FR"/>
              <a:t>Modifiez le style du titre</a:t>
            </a:r>
            <a:endParaRPr lang="fr-CH"/>
          </a:p>
        </p:txBody>
      </p:sp>
      <p:sp>
        <p:nvSpPr>
          <p:cNvPr id="3" name="Espace réservé de la date 2">
            <a:extLst>
              <a:ext uri="{FF2B5EF4-FFF2-40B4-BE49-F238E27FC236}">
                <a16:creationId xmlns:a16="http://schemas.microsoft.com/office/drawing/2014/main" id="{631DD831-F589-479E-808C-C9D26A2F821A}"/>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4" name="Espace réservé du pied de page 3">
            <a:extLst>
              <a:ext uri="{FF2B5EF4-FFF2-40B4-BE49-F238E27FC236}">
                <a16:creationId xmlns:a16="http://schemas.microsoft.com/office/drawing/2014/main" id="{E3E674EE-8A86-4B19-B7C9-8992FFE51F1E}"/>
              </a:ext>
            </a:extLst>
          </p:cNvPr>
          <p:cNvSpPr>
            <a:spLocks noGrp="1"/>
          </p:cNvSpPr>
          <p:nvPr>
            <p:ph type="ftr" sz="quarter" idx="11"/>
          </p:nvPr>
        </p:nvSpPr>
        <p:spPr/>
        <p:txBody>
          <a:bodyPr/>
          <a:lstStyle/>
          <a:p>
            <a:endParaRPr lang="fr-CH"/>
          </a:p>
        </p:txBody>
      </p:sp>
      <p:sp>
        <p:nvSpPr>
          <p:cNvPr id="5" name="Espace réservé du numéro de diapositive 4">
            <a:extLst>
              <a:ext uri="{FF2B5EF4-FFF2-40B4-BE49-F238E27FC236}">
                <a16:creationId xmlns:a16="http://schemas.microsoft.com/office/drawing/2014/main" id="{8D633127-29DE-4107-A08A-A1CCB582A2FF}"/>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3401984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270798B-B098-46AE-91FE-E2E1ECBEB0FE}"/>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3" name="Espace réservé du pied de page 2">
            <a:extLst>
              <a:ext uri="{FF2B5EF4-FFF2-40B4-BE49-F238E27FC236}">
                <a16:creationId xmlns:a16="http://schemas.microsoft.com/office/drawing/2014/main" id="{E7F8A17A-549B-43DC-A4F0-3AA9AAD2D982}"/>
              </a:ext>
            </a:extLst>
          </p:cNvPr>
          <p:cNvSpPr>
            <a:spLocks noGrp="1"/>
          </p:cNvSpPr>
          <p:nvPr>
            <p:ph type="ftr" sz="quarter" idx="11"/>
          </p:nvPr>
        </p:nvSpPr>
        <p:spPr/>
        <p:txBody>
          <a:bodyPr/>
          <a:lstStyle/>
          <a:p>
            <a:endParaRPr lang="fr-CH"/>
          </a:p>
        </p:txBody>
      </p:sp>
      <p:sp>
        <p:nvSpPr>
          <p:cNvPr id="4" name="Espace réservé du numéro de diapositive 3">
            <a:extLst>
              <a:ext uri="{FF2B5EF4-FFF2-40B4-BE49-F238E27FC236}">
                <a16:creationId xmlns:a16="http://schemas.microsoft.com/office/drawing/2014/main" id="{A326F8F4-0FE4-4BCC-8BBE-0B248B46E858}"/>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3198055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BA7E9B-E074-4F30-BCC1-73B8B6512BB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H"/>
          </a:p>
        </p:txBody>
      </p:sp>
      <p:sp>
        <p:nvSpPr>
          <p:cNvPr id="3" name="Espace réservé du contenu 2">
            <a:extLst>
              <a:ext uri="{FF2B5EF4-FFF2-40B4-BE49-F238E27FC236}">
                <a16:creationId xmlns:a16="http://schemas.microsoft.com/office/drawing/2014/main" id="{3394A7B7-102B-42EC-9B5F-1E9377BC7F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u texte 3">
            <a:extLst>
              <a:ext uri="{FF2B5EF4-FFF2-40B4-BE49-F238E27FC236}">
                <a16:creationId xmlns:a16="http://schemas.microsoft.com/office/drawing/2014/main" id="{4847792E-75E4-48BE-8F7A-26F99385A5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AC5623F-4579-41CD-B758-E504D44A1864}"/>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6" name="Espace réservé du pied de page 5">
            <a:extLst>
              <a:ext uri="{FF2B5EF4-FFF2-40B4-BE49-F238E27FC236}">
                <a16:creationId xmlns:a16="http://schemas.microsoft.com/office/drawing/2014/main" id="{A3AA01D8-94E4-43F5-BED7-288A176DBB7F}"/>
              </a:ext>
            </a:extLst>
          </p:cNvPr>
          <p:cNvSpPr>
            <a:spLocks noGrp="1"/>
          </p:cNvSpPr>
          <p:nvPr>
            <p:ph type="ftr" sz="quarter" idx="11"/>
          </p:nvPr>
        </p:nvSpPr>
        <p:spPr/>
        <p:txBody>
          <a:bodyPr/>
          <a:lstStyle/>
          <a:p>
            <a:endParaRPr lang="fr-CH"/>
          </a:p>
        </p:txBody>
      </p:sp>
      <p:sp>
        <p:nvSpPr>
          <p:cNvPr id="7" name="Espace réservé du numéro de diapositive 6">
            <a:extLst>
              <a:ext uri="{FF2B5EF4-FFF2-40B4-BE49-F238E27FC236}">
                <a16:creationId xmlns:a16="http://schemas.microsoft.com/office/drawing/2014/main" id="{588F4762-66A2-4351-8417-C8F095D46DEA}"/>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3210612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FABF28-B3EE-4432-89CB-E1C6F26C734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H"/>
          </a:p>
        </p:txBody>
      </p:sp>
      <p:sp>
        <p:nvSpPr>
          <p:cNvPr id="3" name="Espace réservé pour une image  2">
            <a:extLst>
              <a:ext uri="{FF2B5EF4-FFF2-40B4-BE49-F238E27FC236}">
                <a16:creationId xmlns:a16="http://schemas.microsoft.com/office/drawing/2014/main" id="{BC49F3D7-501C-491F-9C6C-C14CCC1CE4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Espace réservé du texte 3">
            <a:extLst>
              <a:ext uri="{FF2B5EF4-FFF2-40B4-BE49-F238E27FC236}">
                <a16:creationId xmlns:a16="http://schemas.microsoft.com/office/drawing/2014/main" id="{22EF8D8F-E10B-4A91-9EF0-3E8FA251DC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9CF9B39-A15C-4D18-B406-382936D5B3E8}"/>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6" name="Espace réservé du pied de page 5">
            <a:extLst>
              <a:ext uri="{FF2B5EF4-FFF2-40B4-BE49-F238E27FC236}">
                <a16:creationId xmlns:a16="http://schemas.microsoft.com/office/drawing/2014/main" id="{D7842F97-3F79-488E-A79E-CEF3782CA703}"/>
              </a:ext>
            </a:extLst>
          </p:cNvPr>
          <p:cNvSpPr>
            <a:spLocks noGrp="1"/>
          </p:cNvSpPr>
          <p:nvPr>
            <p:ph type="ftr" sz="quarter" idx="11"/>
          </p:nvPr>
        </p:nvSpPr>
        <p:spPr/>
        <p:txBody>
          <a:bodyPr/>
          <a:lstStyle/>
          <a:p>
            <a:endParaRPr lang="fr-CH"/>
          </a:p>
        </p:txBody>
      </p:sp>
      <p:sp>
        <p:nvSpPr>
          <p:cNvPr id="7" name="Espace réservé du numéro de diapositive 6">
            <a:extLst>
              <a:ext uri="{FF2B5EF4-FFF2-40B4-BE49-F238E27FC236}">
                <a16:creationId xmlns:a16="http://schemas.microsoft.com/office/drawing/2014/main" id="{58335EE1-8EA3-4415-92A6-8EF89E3F7861}"/>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394891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A2A784-6797-455E-9665-EDA244FA9452}"/>
              </a:ext>
            </a:extLst>
          </p:cNvPr>
          <p:cNvSpPr>
            <a:spLocks noGrp="1"/>
          </p:cNvSpPr>
          <p:nvPr>
            <p:ph type="title"/>
          </p:nvPr>
        </p:nvSpPr>
        <p:spPr/>
        <p:txBody>
          <a:bodyPr/>
          <a:lstStyle/>
          <a:p>
            <a:r>
              <a:rPr lang="fr-FR"/>
              <a:t>Modifiez le style du titre</a:t>
            </a:r>
            <a:endParaRPr lang="fr-CH"/>
          </a:p>
        </p:txBody>
      </p:sp>
      <p:sp>
        <p:nvSpPr>
          <p:cNvPr id="3" name="Espace réservé du texte vertical 2">
            <a:extLst>
              <a:ext uri="{FF2B5EF4-FFF2-40B4-BE49-F238E27FC236}">
                <a16:creationId xmlns:a16="http://schemas.microsoft.com/office/drawing/2014/main" id="{0FF7667B-AD8B-4C20-BDB1-A6C43C48D85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a:extLst>
              <a:ext uri="{FF2B5EF4-FFF2-40B4-BE49-F238E27FC236}">
                <a16:creationId xmlns:a16="http://schemas.microsoft.com/office/drawing/2014/main" id="{3DD58B83-CE5E-4D19-BBE4-A534196A4381}"/>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5" name="Espace réservé du pied de page 4">
            <a:extLst>
              <a:ext uri="{FF2B5EF4-FFF2-40B4-BE49-F238E27FC236}">
                <a16:creationId xmlns:a16="http://schemas.microsoft.com/office/drawing/2014/main" id="{FE9B280E-8B8E-4EE6-A7C4-0F72963BAE03}"/>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5269F3C8-CBAD-4545-AE02-1052FF323D7E}"/>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1414463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DA62AD5-6F03-47D7-AA94-BF5D134AE32B}"/>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H"/>
          </a:p>
        </p:txBody>
      </p:sp>
      <p:sp>
        <p:nvSpPr>
          <p:cNvPr id="3" name="Espace réservé du texte vertical 2">
            <a:extLst>
              <a:ext uri="{FF2B5EF4-FFF2-40B4-BE49-F238E27FC236}">
                <a16:creationId xmlns:a16="http://schemas.microsoft.com/office/drawing/2014/main" id="{3CD1FC4C-4E5C-4653-92F1-55A7E49BBD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a:extLst>
              <a:ext uri="{FF2B5EF4-FFF2-40B4-BE49-F238E27FC236}">
                <a16:creationId xmlns:a16="http://schemas.microsoft.com/office/drawing/2014/main" id="{FD87F684-5FB9-477B-BD69-85630BE3EF1D}"/>
              </a:ext>
            </a:extLst>
          </p:cNvPr>
          <p:cNvSpPr>
            <a:spLocks noGrp="1"/>
          </p:cNvSpPr>
          <p:nvPr>
            <p:ph type="dt" sz="half" idx="10"/>
          </p:nvPr>
        </p:nvSpPr>
        <p:spPr/>
        <p:txBody>
          <a:bodyPr/>
          <a:lstStyle/>
          <a:p>
            <a:fld id="{35A83C24-4E68-4A7D-97D4-8E8AE559F540}" type="datetimeFigureOut">
              <a:rPr lang="fr-CH" smtClean="0"/>
              <a:t>11.03.2020</a:t>
            </a:fld>
            <a:endParaRPr lang="fr-CH"/>
          </a:p>
        </p:txBody>
      </p:sp>
      <p:sp>
        <p:nvSpPr>
          <p:cNvPr id="5" name="Espace réservé du pied de page 4">
            <a:extLst>
              <a:ext uri="{FF2B5EF4-FFF2-40B4-BE49-F238E27FC236}">
                <a16:creationId xmlns:a16="http://schemas.microsoft.com/office/drawing/2014/main" id="{CB4FB4A7-5B70-47C2-8B6F-14023BD30112}"/>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F7A7DF2F-A26D-4807-9A9E-6B0B8F00559B}"/>
              </a:ext>
            </a:extLst>
          </p:cNvPr>
          <p:cNvSpPr>
            <a:spLocks noGrp="1"/>
          </p:cNvSpPr>
          <p:nvPr>
            <p:ph type="sldNum" sz="quarter" idx="12"/>
          </p:nvPr>
        </p:nvSpPr>
        <p:spPr/>
        <p:txBody>
          <a:bodyPr/>
          <a:lstStyle/>
          <a:p>
            <a:fld id="{8E61C4EF-1DE7-4250-9DDB-92E849DD099F}" type="slidenum">
              <a:rPr lang="fr-CH" smtClean="0"/>
              <a:t>‹N°›</a:t>
            </a:fld>
            <a:endParaRPr lang="fr-CH"/>
          </a:p>
        </p:txBody>
      </p:sp>
    </p:spTree>
    <p:extLst>
      <p:ext uri="{BB962C8B-B14F-4D97-AF65-F5344CB8AC3E}">
        <p14:creationId xmlns:p14="http://schemas.microsoft.com/office/powerpoint/2010/main" val="3638651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93F314B-60F3-4BD7-BC71-34E9819B8E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H"/>
          </a:p>
        </p:txBody>
      </p:sp>
      <p:sp>
        <p:nvSpPr>
          <p:cNvPr id="3" name="Espace réservé du texte 2">
            <a:extLst>
              <a:ext uri="{FF2B5EF4-FFF2-40B4-BE49-F238E27FC236}">
                <a16:creationId xmlns:a16="http://schemas.microsoft.com/office/drawing/2014/main" id="{1DC47A82-3D3E-4B99-A170-8BA8DB00EE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a:extLst>
              <a:ext uri="{FF2B5EF4-FFF2-40B4-BE49-F238E27FC236}">
                <a16:creationId xmlns:a16="http://schemas.microsoft.com/office/drawing/2014/main" id="{F9E105B9-A455-4E89-905F-0A769A3D79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A83C24-4E68-4A7D-97D4-8E8AE559F540}" type="datetimeFigureOut">
              <a:rPr lang="fr-CH" smtClean="0"/>
              <a:t>11.03.2020</a:t>
            </a:fld>
            <a:endParaRPr lang="fr-CH"/>
          </a:p>
        </p:txBody>
      </p:sp>
      <p:sp>
        <p:nvSpPr>
          <p:cNvPr id="5" name="Espace réservé du pied de page 4">
            <a:extLst>
              <a:ext uri="{FF2B5EF4-FFF2-40B4-BE49-F238E27FC236}">
                <a16:creationId xmlns:a16="http://schemas.microsoft.com/office/drawing/2014/main" id="{07C4FF6D-F519-48DC-A308-960D94E4B2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H"/>
          </a:p>
        </p:txBody>
      </p:sp>
      <p:sp>
        <p:nvSpPr>
          <p:cNvPr id="6" name="Espace réservé du numéro de diapositive 5">
            <a:extLst>
              <a:ext uri="{FF2B5EF4-FFF2-40B4-BE49-F238E27FC236}">
                <a16:creationId xmlns:a16="http://schemas.microsoft.com/office/drawing/2014/main" id="{09A2FC32-01BF-403E-A997-0BDB015DBF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61C4EF-1DE7-4250-9DDB-92E849DD099F}" type="slidenum">
              <a:rPr lang="fr-CH" smtClean="0"/>
              <a:t>‹N°›</a:t>
            </a:fld>
            <a:endParaRPr lang="fr-CH"/>
          </a:p>
        </p:txBody>
      </p:sp>
    </p:spTree>
    <p:extLst>
      <p:ext uri="{BB962C8B-B14F-4D97-AF65-F5344CB8AC3E}">
        <p14:creationId xmlns:p14="http://schemas.microsoft.com/office/powerpoint/2010/main" val="799772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8ED507-FA6F-4518-8B77-A33C7BA68077}"/>
              </a:ext>
            </a:extLst>
          </p:cNvPr>
          <p:cNvSpPr/>
          <p:nvPr/>
        </p:nvSpPr>
        <p:spPr>
          <a:xfrm>
            <a:off x="0" y="0"/>
            <a:ext cx="12192000" cy="4995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5" name="ZoneTexte 4">
            <a:extLst>
              <a:ext uri="{FF2B5EF4-FFF2-40B4-BE49-F238E27FC236}">
                <a16:creationId xmlns:a16="http://schemas.microsoft.com/office/drawing/2014/main" id="{2D0CE096-208D-4243-A704-2A3A0E7337BD}"/>
              </a:ext>
            </a:extLst>
          </p:cNvPr>
          <p:cNvSpPr txBox="1"/>
          <p:nvPr/>
        </p:nvSpPr>
        <p:spPr>
          <a:xfrm>
            <a:off x="9067800" y="65100"/>
            <a:ext cx="2853266" cy="369332"/>
          </a:xfrm>
          <a:prstGeom prst="rect">
            <a:avLst/>
          </a:prstGeom>
          <a:noFill/>
        </p:spPr>
        <p:txBody>
          <a:bodyPr wrap="square" rtlCol="0">
            <a:spAutoFit/>
          </a:bodyPr>
          <a:lstStyle/>
          <a:p>
            <a:r>
              <a:rPr lang="en-GB" dirty="0"/>
              <a:t>Home About Project Contact</a:t>
            </a:r>
            <a:endParaRPr lang="fr-CH" dirty="0"/>
          </a:p>
        </p:txBody>
      </p:sp>
      <p:sp>
        <p:nvSpPr>
          <p:cNvPr id="6" name="ZoneTexte 5">
            <a:extLst>
              <a:ext uri="{FF2B5EF4-FFF2-40B4-BE49-F238E27FC236}">
                <a16:creationId xmlns:a16="http://schemas.microsoft.com/office/drawing/2014/main" id="{B2289645-A9D0-4509-8D8E-E89DA6AA9668}"/>
              </a:ext>
            </a:extLst>
          </p:cNvPr>
          <p:cNvSpPr txBox="1"/>
          <p:nvPr/>
        </p:nvSpPr>
        <p:spPr>
          <a:xfrm>
            <a:off x="110067" y="65100"/>
            <a:ext cx="1583266" cy="369332"/>
          </a:xfrm>
          <a:prstGeom prst="rect">
            <a:avLst/>
          </a:prstGeom>
          <a:noFill/>
        </p:spPr>
        <p:txBody>
          <a:bodyPr wrap="square" rtlCol="0">
            <a:spAutoFit/>
          </a:bodyPr>
          <a:lstStyle/>
          <a:p>
            <a:r>
              <a:rPr lang="en-GB" dirty="0"/>
              <a:t>Elie Hausmann</a:t>
            </a:r>
            <a:endParaRPr lang="fr-CH" dirty="0"/>
          </a:p>
        </p:txBody>
      </p:sp>
      <p:sp>
        <p:nvSpPr>
          <p:cNvPr id="8" name="ZoneTexte 7">
            <a:extLst>
              <a:ext uri="{FF2B5EF4-FFF2-40B4-BE49-F238E27FC236}">
                <a16:creationId xmlns:a16="http://schemas.microsoft.com/office/drawing/2014/main" id="{14F0A88A-2535-40AA-8F82-037CCA1CD0F5}"/>
              </a:ext>
            </a:extLst>
          </p:cNvPr>
          <p:cNvSpPr txBox="1"/>
          <p:nvPr/>
        </p:nvSpPr>
        <p:spPr>
          <a:xfrm>
            <a:off x="4275666" y="3244334"/>
            <a:ext cx="3640667" cy="369332"/>
          </a:xfrm>
          <a:prstGeom prst="rect">
            <a:avLst/>
          </a:prstGeom>
          <a:noFill/>
        </p:spPr>
        <p:txBody>
          <a:bodyPr wrap="square" rtlCol="0">
            <a:spAutoFit/>
          </a:bodyPr>
          <a:lstStyle/>
          <a:p>
            <a:r>
              <a:rPr lang="en-GB" dirty="0"/>
              <a:t>Elie Hausmann Full-stack developer </a:t>
            </a:r>
            <a:endParaRPr lang="fr-CH" dirty="0"/>
          </a:p>
        </p:txBody>
      </p:sp>
      <p:sp>
        <p:nvSpPr>
          <p:cNvPr id="9" name="Rectangle 8">
            <a:extLst>
              <a:ext uri="{FF2B5EF4-FFF2-40B4-BE49-F238E27FC236}">
                <a16:creationId xmlns:a16="http://schemas.microsoft.com/office/drawing/2014/main" id="{FA32F8D2-6DB5-4969-89E6-507CCC4A326E}"/>
              </a:ext>
            </a:extLst>
          </p:cNvPr>
          <p:cNvSpPr/>
          <p:nvPr/>
        </p:nvSpPr>
        <p:spPr>
          <a:xfrm>
            <a:off x="9160933" y="444123"/>
            <a:ext cx="575734"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extLst>
      <p:ext uri="{BB962C8B-B14F-4D97-AF65-F5344CB8AC3E}">
        <p14:creationId xmlns:p14="http://schemas.microsoft.com/office/powerpoint/2010/main" val="2795373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DC38043C-3042-4CE8-9D6E-D7BCE712E063}"/>
              </a:ext>
            </a:extLst>
          </p:cNvPr>
          <p:cNvSpPr txBox="1"/>
          <p:nvPr/>
        </p:nvSpPr>
        <p:spPr>
          <a:xfrm>
            <a:off x="5717117" y="1014399"/>
            <a:ext cx="757766" cy="369332"/>
          </a:xfrm>
          <a:prstGeom prst="rect">
            <a:avLst/>
          </a:prstGeom>
          <a:noFill/>
        </p:spPr>
        <p:txBody>
          <a:bodyPr wrap="square" rtlCol="0">
            <a:spAutoFit/>
          </a:bodyPr>
          <a:lstStyle/>
          <a:p>
            <a:r>
              <a:rPr lang="en-GB" dirty="0"/>
              <a:t>About</a:t>
            </a:r>
            <a:endParaRPr lang="fr-CH" dirty="0"/>
          </a:p>
        </p:txBody>
      </p:sp>
      <p:sp>
        <p:nvSpPr>
          <p:cNvPr id="10" name="ZoneTexte 9">
            <a:extLst>
              <a:ext uri="{FF2B5EF4-FFF2-40B4-BE49-F238E27FC236}">
                <a16:creationId xmlns:a16="http://schemas.microsoft.com/office/drawing/2014/main" id="{4F8459D2-A663-4BAC-937F-4FB9D344C778}"/>
              </a:ext>
            </a:extLst>
          </p:cNvPr>
          <p:cNvSpPr txBox="1"/>
          <p:nvPr/>
        </p:nvSpPr>
        <p:spPr>
          <a:xfrm>
            <a:off x="6562725" y="4314565"/>
            <a:ext cx="3505200" cy="1200329"/>
          </a:xfrm>
          <a:prstGeom prst="rect">
            <a:avLst/>
          </a:prstGeom>
          <a:noFill/>
        </p:spPr>
        <p:txBody>
          <a:bodyPr wrap="square" rtlCol="0">
            <a:spAutoFit/>
          </a:bodyPr>
          <a:lstStyle/>
          <a:p>
            <a:r>
              <a:rPr lang="en-GB" sz="1200" dirty="0"/>
              <a:t>Blah blah blah blah blah blah blah blah blah blah blah blah blah blah blah blah blah blah blah blah blah blah blah blah blah blah blah blah blah blah blah blah blah blah blah blah blah blah blah blah blah blah blah blah blah blah blah blah blah blah blah blah blah blah blah blah blah.</a:t>
            </a:r>
            <a:endParaRPr lang="fr-CH" sz="1200" dirty="0"/>
          </a:p>
        </p:txBody>
      </p:sp>
      <p:sp>
        <p:nvSpPr>
          <p:cNvPr id="11" name="ZoneTexte 10">
            <a:extLst>
              <a:ext uri="{FF2B5EF4-FFF2-40B4-BE49-F238E27FC236}">
                <a16:creationId xmlns:a16="http://schemas.microsoft.com/office/drawing/2014/main" id="{D8E93696-7907-4102-B45B-712F34DB0B2B}"/>
              </a:ext>
            </a:extLst>
          </p:cNvPr>
          <p:cNvSpPr txBox="1"/>
          <p:nvPr/>
        </p:nvSpPr>
        <p:spPr>
          <a:xfrm>
            <a:off x="2125132" y="4730063"/>
            <a:ext cx="1540933" cy="369332"/>
          </a:xfrm>
          <a:prstGeom prst="rect">
            <a:avLst/>
          </a:prstGeom>
          <a:noFill/>
        </p:spPr>
        <p:txBody>
          <a:bodyPr wrap="square" rtlCol="0">
            <a:spAutoFit/>
          </a:bodyPr>
          <a:lstStyle/>
          <a:p>
            <a:r>
              <a:rPr lang="en-GB" dirty="0"/>
              <a:t>Who am I ?</a:t>
            </a:r>
            <a:endParaRPr lang="fr-CH" dirty="0"/>
          </a:p>
        </p:txBody>
      </p:sp>
      <p:sp>
        <p:nvSpPr>
          <p:cNvPr id="12" name="ZoneTexte 11">
            <a:extLst>
              <a:ext uri="{FF2B5EF4-FFF2-40B4-BE49-F238E27FC236}">
                <a16:creationId xmlns:a16="http://schemas.microsoft.com/office/drawing/2014/main" id="{0B24D063-0748-4005-96AF-E9DC79562BCA}"/>
              </a:ext>
            </a:extLst>
          </p:cNvPr>
          <p:cNvSpPr txBox="1"/>
          <p:nvPr/>
        </p:nvSpPr>
        <p:spPr>
          <a:xfrm>
            <a:off x="2603499" y="2071131"/>
            <a:ext cx="584200" cy="369332"/>
          </a:xfrm>
          <a:prstGeom prst="rect">
            <a:avLst/>
          </a:prstGeom>
          <a:noFill/>
        </p:spPr>
        <p:txBody>
          <a:bodyPr wrap="square" rtlCol="0">
            <a:spAutoFit/>
          </a:bodyPr>
          <a:lstStyle/>
          <a:p>
            <a:r>
              <a:rPr lang="en-GB" dirty="0"/>
              <a:t>Fast</a:t>
            </a:r>
            <a:endParaRPr lang="fr-CH" dirty="0"/>
          </a:p>
        </p:txBody>
      </p:sp>
      <p:sp>
        <p:nvSpPr>
          <p:cNvPr id="13" name="ZoneTexte 12">
            <a:extLst>
              <a:ext uri="{FF2B5EF4-FFF2-40B4-BE49-F238E27FC236}">
                <a16:creationId xmlns:a16="http://schemas.microsoft.com/office/drawing/2014/main" id="{7B9A6A74-31E8-40F2-82D7-3221D02C9FCE}"/>
              </a:ext>
            </a:extLst>
          </p:cNvPr>
          <p:cNvSpPr txBox="1"/>
          <p:nvPr/>
        </p:nvSpPr>
        <p:spPr>
          <a:xfrm>
            <a:off x="5629275" y="2071131"/>
            <a:ext cx="933450" cy="369332"/>
          </a:xfrm>
          <a:prstGeom prst="rect">
            <a:avLst/>
          </a:prstGeom>
          <a:noFill/>
        </p:spPr>
        <p:txBody>
          <a:bodyPr wrap="square" rtlCol="0">
            <a:spAutoFit/>
          </a:bodyPr>
          <a:lstStyle/>
          <a:p>
            <a:r>
              <a:rPr lang="en-GB" dirty="0"/>
              <a:t>Simple</a:t>
            </a:r>
            <a:endParaRPr lang="fr-CH" dirty="0"/>
          </a:p>
        </p:txBody>
      </p:sp>
      <p:sp>
        <p:nvSpPr>
          <p:cNvPr id="14" name="ZoneTexte 13">
            <a:extLst>
              <a:ext uri="{FF2B5EF4-FFF2-40B4-BE49-F238E27FC236}">
                <a16:creationId xmlns:a16="http://schemas.microsoft.com/office/drawing/2014/main" id="{D45C28F7-7482-470D-A24F-8A5CF243298E}"/>
              </a:ext>
            </a:extLst>
          </p:cNvPr>
          <p:cNvSpPr txBox="1"/>
          <p:nvPr/>
        </p:nvSpPr>
        <p:spPr>
          <a:xfrm>
            <a:off x="9004301" y="2071131"/>
            <a:ext cx="1265765" cy="369332"/>
          </a:xfrm>
          <a:prstGeom prst="rect">
            <a:avLst/>
          </a:prstGeom>
          <a:noFill/>
        </p:spPr>
        <p:txBody>
          <a:bodyPr wrap="square" rtlCol="0">
            <a:spAutoFit/>
          </a:bodyPr>
          <a:lstStyle/>
          <a:p>
            <a:r>
              <a:rPr lang="en-GB" dirty="0"/>
              <a:t>Responsive</a:t>
            </a:r>
            <a:endParaRPr lang="fr-CH" dirty="0"/>
          </a:p>
        </p:txBody>
      </p:sp>
      <p:sp>
        <p:nvSpPr>
          <p:cNvPr id="15" name="Rectangle 14">
            <a:extLst>
              <a:ext uri="{FF2B5EF4-FFF2-40B4-BE49-F238E27FC236}">
                <a16:creationId xmlns:a16="http://schemas.microsoft.com/office/drawing/2014/main" id="{3074D4D7-35DA-4C96-A7A3-C35184F34F47}"/>
              </a:ext>
            </a:extLst>
          </p:cNvPr>
          <p:cNvSpPr/>
          <p:nvPr/>
        </p:nvSpPr>
        <p:spPr>
          <a:xfrm>
            <a:off x="6654800" y="5596467"/>
            <a:ext cx="1854200" cy="3894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Get my resume</a:t>
            </a:r>
            <a:endParaRPr lang="fr-CH" dirty="0"/>
          </a:p>
        </p:txBody>
      </p:sp>
    </p:spTree>
    <p:extLst>
      <p:ext uri="{BB962C8B-B14F-4D97-AF65-F5344CB8AC3E}">
        <p14:creationId xmlns:p14="http://schemas.microsoft.com/office/powerpoint/2010/main" val="1245677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E59F210-5146-4E5A-BA81-37B595F57F25}"/>
              </a:ext>
            </a:extLst>
          </p:cNvPr>
          <p:cNvSpPr txBox="1"/>
          <p:nvPr/>
        </p:nvSpPr>
        <p:spPr>
          <a:xfrm>
            <a:off x="5609166" y="508001"/>
            <a:ext cx="973667" cy="369332"/>
          </a:xfrm>
          <a:prstGeom prst="rect">
            <a:avLst/>
          </a:prstGeom>
          <a:noFill/>
        </p:spPr>
        <p:txBody>
          <a:bodyPr wrap="square" rtlCol="0">
            <a:spAutoFit/>
          </a:bodyPr>
          <a:lstStyle/>
          <a:p>
            <a:r>
              <a:rPr lang="en-GB" dirty="0"/>
              <a:t>Projects</a:t>
            </a:r>
            <a:endParaRPr lang="fr-CH" dirty="0"/>
          </a:p>
        </p:txBody>
      </p:sp>
      <p:sp>
        <p:nvSpPr>
          <p:cNvPr id="5" name="Rectangle 4">
            <a:extLst>
              <a:ext uri="{FF2B5EF4-FFF2-40B4-BE49-F238E27FC236}">
                <a16:creationId xmlns:a16="http://schemas.microsoft.com/office/drawing/2014/main" id="{1CB921A4-AB47-436F-93F3-2D53FD6E78D0}"/>
              </a:ext>
            </a:extLst>
          </p:cNvPr>
          <p:cNvSpPr/>
          <p:nvPr/>
        </p:nvSpPr>
        <p:spPr>
          <a:xfrm>
            <a:off x="3869266" y="1938867"/>
            <a:ext cx="4453466" cy="27855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Waykup.ch</a:t>
            </a:r>
            <a:endParaRPr lang="fr-CH" dirty="0"/>
          </a:p>
        </p:txBody>
      </p:sp>
    </p:spTree>
    <p:extLst>
      <p:ext uri="{BB962C8B-B14F-4D97-AF65-F5344CB8AC3E}">
        <p14:creationId xmlns:p14="http://schemas.microsoft.com/office/powerpoint/2010/main" val="164449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F39281B5-0154-4536-B10A-0E2AA8E69817}"/>
              </a:ext>
            </a:extLst>
          </p:cNvPr>
          <p:cNvSpPr txBox="1"/>
          <p:nvPr/>
        </p:nvSpPr>
        <p:spPr>
          <a:xfrm>
            <a:off x="5638800" y="643467"/>
            <a:ext cx="914400" cy="369332"/>
          </a:xfrm>
          <a:prstGeom prst="rect">
            <a:avLst/>
          </a:prstGeom>
          <a:noFill/>
        </p:spPr>
        <p:txBody>
          <a:bodyPr wrap="square" rtlCol="0">
            <a:spAutoFit/>
          </a:bodyPr>
          <a:lstStyle/>
          <a:p>
            <a:r>
              <a:rPr lang="en-GB" dirty="0"/>
              <a:t>Contact</a:t>
            </a:r>
            <a:endParaRPr lang="fr-CH" dirty="0"/>
          </a:p>
        </p:txBody>
      </p:sp>
      <p:sp>
        <p:nvSpPr>
          <p:cNvPr id="5" name="Rectangle 4">
            <a:extLst>
              <a:ext uri="{FF2B5EF4-FFF2-40B4-BE49-F238E27FC236}">
                <a16:creationId xmlns:a16="http://schemas.microsoft.com/office/drawing/2014/main" id="{CA54742D-89CD-4C74-9562-D6EAC0519AA1}"/>
              </a:ext>
            </a:extLst>
          </p:cNvPr>
          <p:cNvSpPr/>
          <p:nvPr/>
        </p:nvSpPr>
        <p:spPr>
          <a:xfrm>
            <a:off x="4013200" y="2048933"/>
            <a:ext cx="3937000" cy="194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Name</a:t>
            </a:r>
            <a:endParaRPr lang="fr-CH" dirty="0"/>
          </a:p>
        </p:txBody>
      </p:sp>
      <p:sp>
        <p:nvSpPr>
          <p:cNvPr id="7" name="Rectangle 6">
            <a:extLst>
              <a:ext uri="{FF2B5EF4-FFF2-40B4-BE49-F238E27FC236}">
                <a16:creationId xmlns:a16="http://schemas.microsoft.com/office/drawing/2014/main" id="{FC2187B3-238B-44D9-BDC4-F9B5B5048783}"/>
              </a:ext>
            </a:extLst>
          </p:cNvPr>
          <p:cNvSpPr/>
          <p:nvPr/>
        </p:nvSpPr>
        <p:spPr>
          <a:xfrm>
            <a:off x="4013200" y="2370667"/>
            <a:ext cx="3937000" cy="194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a:t>
            </a:r>
            <a:endParaRPr lang="fr-CH" dirty="0"/>
          </a:p>
        </p:txBody>
      </p:sp>
      <p:sp>
        <p:nvSpPr>
          <p:cNvPr id="8" name="Rectangle 7">
            <a:extLst>
              <a:ext uri="{FF2B5EF4-FFF2-40B4-BE49-F238E27FC236}">
                <a16:creationId xmlns:a16="http://schemas.microsoft.com/office/drawing/2014/main" id="{0252BC38-BC84-41A4-BC72-B764525B7753}"/>
              </a:ext>
            </a:extLst>
          </p:cNvPr>
          <p:cNvSpPr/>
          <p:nvPr/>
        </p:nvSpPr>
        <p:spPr>
          <a:xfrm>
            <a:off x="4013200" y="2692401"/>
            <a:ext cx="3937000" cy="14139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Your message</a:t>
            </a:r>
            <a:endParaRPr lang="fr-CH" dirty="0"/>
          </a:p>
        </p:txBody>
      </p:sp>
      <p:sp>
        <p:nvSpPr>
          <p:cNvPr id="9" name="Ellipse 8">
            <a:extLst>
              <a:ext uri="{FF2B5EF4-FFF2-40B4-BE49-F238E27FC236}">
                <a16:creationId xmlns:a16="http://schemas.microsoft.com/office/drawing/2014/main" id="{4CC40A1C-C9E7-426C-B644-3BDDA97D2D1E}"/>
              </a:ext>
            </a:extLst>
          </p:cNvPr>
          <p:cNvSpPr/>
          <p:nvPr/>
        </p:nvSpPr>
        <p:spPr>
          <a:xfrm>
            <a:off x="3166532" y="5393267"/>
            <a:ext cx="846668" cy="7535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GitHub</a:t>
            </a:r>
            <a:endParaRPr lang="fr-CH" dirty="0"/>
          </a:p>
        </p:txBody>
      </p:sp>
      <p:sp>
        <p:nvSpPr>
          <p:cNvPr id="10" name="Ellipse 9">
            <a:extLst>
              <a:ext uri="{FF2B5EF4-FFF2-40B4-BE49-F238E27FC236}">
                <a16:creationId xmlns:a16="http://schemas.microsoft.com/office/drawing/2014/main" id="{A07D9094-A7CA-47A7-92B2-8945006E486E}"/>
              </a:ext>
            </a:extLst>
          </p:cNvPr>
          <p:cNvSpPr/>
          <p:nvPr/>
        </p:nvSpPr>
        <p:spPr>
          <a:xfrm>
            <a:off x="5672666" y="5393266"/>
            <a:ext cx="846668" cy="7535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Mail</a:t>
            </a:r>
            <a:endParaRPr lang="fr-CH" dirty="0"/>
          </a:p>
        </p:txBody>
      </p:sp>
      <p:sp>
        <p:nvSpPr>
          <p:cNvPr id="11" name="Ellipse 10">
            <a:extLst>
              <a:ext uri="{FF2B5EF4-FFF2-40B4-BE49-F238E27FC236}">
                <a16:creationId xmlns:a16="http://schemas.microsoft.com/office/drawing/2014/main" id="{0F12B587-5E86-4FAC-B53F-7C8D8B0981B8}"/>
              </a:ext>
            </a:extLst>
          </p:cNvPr>
          <p:cNvSpPr/>
          <p:nvPr/>
        </p:nvSpPr>
        <p:spPr>
          <a:xfrm>
            <a:off x="7950200" y="5393266"/>
            <a:ext cx="846668" cy="7535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a:t>
            </a:r>
            <a:endParaRPr lang="fr-CH" dirty="0"/>
          </a:p>
        </p:txBody>
      </p:sp>
    </p:spTree>
    <p:extLst>
      <p:ext uri="{BB962C8B-B14F-4D97-AF65-F5344CB8AC3E}">
        <p14:creationId xmlns:p14="http://schemas.microsoft.com/office/powerpoint/2010/main" val="213614036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91</Words>
  <Application>Microsoft Office PowerPoint</Application>
  <PresentationFormat>Grand écran</PresentationFormat>
  <Paragraphs>19</Paragraphs>
  <Slides>4</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vt:i4>
      </vt:variant>
    </vt:vector>
  </HeadingPairs>
  <TitlesOfParts>
    <vt:vector size="8" baseType="lpstr">
      <vt:lpstr>Arial</vt:lpstr>
      <vt:lpstr>Calibri</vt:lpstr>
      <vt:lpstr>Calibri Light</vt:lpstr>
      <vt:lpstr>Thème Office</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elie hausmann</dc:creator>
  <cp:lastModifiedBy>elie hausmann</cp:lastModifiedBy>
  <cp:revision>5</cp:revision>
  <dcterms:created xsi:type="dcterms:W3CDTF">2020-03-11T22:33:49Z</dcterms:created>
  <dcterms:modified xsi:type="dcterms:W3CDTF">2020-03-11T23:11:27Z</dcterms:modified>
</cp:coreProperties>
</file>